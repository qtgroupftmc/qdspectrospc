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1" r:id="rId3"/>
    <p:sldId id="256" r:id="rId4"/>
    <p:sldId id="257" r:id="rId5"/>
    <p:sldId id="258" r:id="rId6"/>
    <p:sldId id="259" r:id="rId7"/>
    <p:sldId id="260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50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45E44-AB83-4332-8963-1E132A21BEDE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A1657-A48D-4922-AC93-BAFD265FA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594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45E44-AB83-4332-8963-1E132A21BEDE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A1657-A48D-4922-AC93-BAFD265FA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361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45E44-AB83-4332-8963-1E132A21BEDE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A1657-A48D-4922-AC93-BAFD265FA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080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45E44-AB83-4332-8963-1E132A21BEDE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A1657-A48D-4922-AC93-BAFD265FA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70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45E44-AB83-4332-8963-1E132A21BEDE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A1657-A48D-4922-AC93-BAFD265FA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242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45E44-AB83-4332-8963-1E132A21BEDE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A1657-A48D-4922-AC93-BAFD265FA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761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45E44-AB83-4332-8963-1E132A21BEDE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A1657-A48D-4922-AC93-BAFD265FA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798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45E44-AB83-4332-8963-1E132A21BEDE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A1657-A48D-4922-AC93-BAFD265FA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697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45E44-AB83-4332-8963-1E132A21BEDE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A1657-A48D-4922-AC93-BAFD265FA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699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45E44-AB83-4332-8963-1E132A21BEDE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A1657-A48D-4922-AC93-BAFD265FA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387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45E44-AB83-4332-8963-1E132A21BEDE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A1657-A48D-4922-AC93-BAFD265FA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98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45E44-AB83-4332-8963-1E132A21BEDE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4A1657-A48D-4922-AC93-BAFD265FA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995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0" y="2551837"/>
            <a:ext cx="2133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    'PB_I': 0, </a:t>
            </a:r>
          </a:p>
          <a:p>
            <a:r>
              <a:rPr lang="en-US" dirty="0"/>
              <a:t>    'PB_Q': 1, </a:t>
            </a:r>
          </a:p>
          <a:p>
            <a:r>
              <a:rPr lang="en-US" dirty="0"/>
              <a:t>    '</a:t>
            </a:r>
            <a:r>
              <a:rPr lang="en-US" dirty="0" err="1"/>
              <a:t>PB_STARTtrig</a:t>
            </a:r>
            <a:r>
              <a:rPr lang="en-US" dirty="0"/>
              <a:t>': 2, </a:t>
            </a:r>
          </a:p>
          <a:p>
            <a:r>
              <a:rPr lang="en-US" dirty="0"/>
              <a:t>    'PB_DAQ': 3, </a:t>
            </a:r>
          </a:p>
          <a:p>
            <a:r>
              <a:rPr lang="en-US" dirty="0"/>
              <a:t>    'PB_AOM': 4, </a:t>
            </a:r>
          </a:p>
          <a:p>
            <a:r>
              <a:rPr lang="en-US" dirty="0"/>
              <a:t>    'PB_MW': 5</a:t>
            </a:r>
          </a:p>
        </p:txBody>
      </p:sp>
    </p:spTree>
    <p:extLst>
      <p:ext uri="{BB962C8B-B14F-4D97-AF65-F5344CB8AC3E}">
        <p14:creationId xmlns:p14="http://schemas.microsoft.com/office/powerpoint/2010/main" val="68572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01483"/>
            <a:ext cx="3754866" cy="3041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281113"/>
            <a:ext cx="3775236" cy="306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5947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663" y="1243013"/>
            <a:ext cx="5400675" cy="437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3094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4050" y="1271588"/>
            <a:ext cx="5295900" cy="431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5222917" y="1912190"/>
            <a:ext cx="12811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'PB_MW': 5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181600" y="2743200"/>
            <a:ext cx="14693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'PB_AOM': 4, 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264250" y="3613666"/>
            <a:ext cx="13040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'PB_DAQ': 3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191845" y="4495800"/>
            <a:ext cx="17642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'</a:t>
            </a:r>
            <a:r>
              <a:rPr lang="en-US" dirty="0" err="1" smtClean="0"/>
              <a:t>PB_STARTtrig</a:t>
            </a:r>
            <a:r>
              <a:rPr lang="en-US" dirty="0" smtClean="0"/>
              <a:t>':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729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663" y="1276350"/>
            <a:ext cx="5400675" cy="430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37912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349869"/>
            <a:ext cx="3577523" cy="2877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349869"/>
            <a:ext cx="3716333" cy="2832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492013" y="828868"/>
            <a:ext cx="944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Zoom in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106967" y="4495800"/>
            <a:ext cx="2133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    </a:t>
            </a:r>
            <a:r>
              <a:rPr lang="en-US" dirty="0" smtClean="0"/>
              <a:t>'PB_I': 0</a:t>
            </a:r>
            <a:r>
              <a:rPr lang="en-US" dirty="0" smtClean="0"/>
              <a:t>, </a:t>
            </a:r>
            <a:endParaRPr lang="en-US" dirty="0"/>
          </a:p>
          <a:p>
            <a:r>
              <a:rPr lang="en-US" dirty="0"/>
              <a:t>    </a:t>
            </a:r>
            <a:r>
              <a:rPr lang="en-US" dirty="0" smtClean="0"/>
              <a:t>'PB_Q': 1</a:t>
            </a:r>
            <a:r>
              <a:rPr lang="en-US" dirty="0" smtClean="0"/>
              <a:t>, </a:t>
            </a:r>
            <a:endParaRPr lang="en-US" dirty="0"/>
          </a:p>
          <a:p>
            <a:r>
              <a:rPr lang="en-US" dirty="0"/>
              <a:t>    </a:t>
            </a:r>
            <a:r>
              <a:rPr lang="en-US" dirty="0" smtClean="0"/>
              <a:t>'</a:t>
            </a:r>
            <a:r>
              <a:rPr lang="en-US" dirty="0" err="1" smtClean="0"/>
              <a:t>PB_STARTtrig</a:t>
            </a:r>
            <a:r>
              <a:rPr lang="en-US" dirty="0" smtClean="0"/>
              <a:t>': 2</a:t>
            </a:r>
            <a:r>
              <a:rPr lang="en-US" dirty="0" smtClean="0"/>
              <a:t>, </a:t>
            </a:r>
            <a:endParaRPr lang="en-US" dirty="0"/>
          </a:p>
          <a:p>
            <a:r>
              <a:rPr lang="en-US" dirty="0"/>
              <a:t>    </a:t>
            </a:r>
            <a:r>
              <a:rPr lang="en-US" dirty="0" smtClean="0"/>
              <a:t>'PB_DAQ': 3</a:t>
            </a:r>
            <a:r>
              <a:rPr lang="en-US" dirty="0" smtClean="0"/>
              <a:t>, </a:t>
            </a:r>
            <a:endParaRPr lang="en-US" dirty="0"/>
          </a:p>
          <a:p>
            <a:r>
              <a:rPr lang="en-US" dirty="0"/>
              <a:t>    </a:t>
            </a:r>
            <a:r>
              <a:rPr lang="en-US" dirty="0" smtClean="0"/>
              <a:t>'PB_AOM': 4</a:t>
            </a:r>
            <a:r>
              <a:rPr lang="en-US" dirty="0" smtClean="0"/>
              <a:t>, </a:t>
            </a:r>
            <a:endParaRPr lang="en-US" dirty="0"/>
          </a:p>
          <a:p>
            <a:r>
              <a:rPr lang="en-US" dirty="0"/>
              <a:t>    'PB_MW': 5</a:t>
            </a:r>
          </a:p>
        </p:txBody>
      </p:sp>
      <p:sp>
        <p:nvSpPr>
          <p:cNvPr id="3" name="Rectangle 2"/>
          <p:cNvSpPr/>
          <p:nvPr/>
        </p:nvSpPr>
        <p:spPr>
          <a:xfrm>
            <a:off x="3173767" y="1593542"/>
            <a:ext cx="1334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 'PB_MW': 5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209418" y="2057400"/>
            <a:ext cx="13587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'PB_AOM': 4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236764" y="2397034"/>
            <a:ext cx="13040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'PB_DAQ': 3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667000" y="2766366"/>
            <a:ext cx="17642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'</a:t>
            </a:r>
            <a:r>
              <a:rPr lang="en-US" dirty="0" err="1" smtClean="0"/>
              <a:t>PB_STARTtrig</a:t>
            </a:r>
            <a:r>
              <a:rPr lang="en-US" dirty="0" smtClean="0"/>
              <a:t>': 2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371641" y="3054775"/>
            <a:ext cx="10342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'PB_Q': 1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469423" y="3429000"/>
            <a:ext cx="9364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'PB_I': 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115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20919"/>
            <a:ext cx="3962400" cy="3155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738312"/>
            <a:ext cx="4118527" cy="323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331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34</Words>
  <Application>Microsoft Office PowerPoint</Application>
  <PresentationFormat>On-screen Show (4:3)</PresentationFormat>
  <Paragraphs>23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8</cp:revision>
  <dcterms:created xsi:type="dcterms:W3CDTF">2025-12-01T15:52:45Z</dcterms:created>
  <dcterms:modified xsi:type="dcterms:W3CDTF">2025-12-01T16:15:47Z</dcterms:modified>
</cp:coreProperties>
</file>